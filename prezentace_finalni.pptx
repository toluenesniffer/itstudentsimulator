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a7b042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aa7b042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aa7b0423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aa7b0423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c4936cd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bc4936cd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ca11c25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ca11c25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ca11c25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ca11c25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ca11c256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ca11c256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IT student simulator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157300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100">
                <a:latin typeface="Arial"/>
                <a:ea typeface="Arial"/>
                <a:cs typeface="Arial"/>
                <a:sym typeface="Arial"/>
              </a:rPr>
              <a:t>Andrea Semančinová, Anna Spieglová, Josef Šubrt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 je náš projekt?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223650"/>
            <a:ext cx="4803000" cy="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2D pixelová hra s příběhem.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Postava chodí po mapě školy, chodí do tříd a plní úkoly.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1297500" y="1809200"/>
            <a:ext cx="430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Použité nástroje: 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1297500" y="2438075"/>
            <a:ext cx="4306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c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Engine: Godot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c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Jazyk: GDscript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c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Grafika: PixilArt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c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Hudba: FL studio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1297500" y="3498050"/>
            <a:ext cx="430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Stav: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1297500" y="4052150"/>
            <a:ext cx="430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cs" sz="1300">
                <a:solidFill>
                  <a:schemeClr val="lt1"/>
                </a:solidFill>
              </a:rPr>
              <a:t>1. ročník dokončen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Retrospektiva</a:t>
            </a:r>
            <a:endParaRPr/>
          </a:p>
        </p:txBody>
      </p:sp>
      <p:sp>
        <p:nvSpPr>
          <p:cNvPr descr="kokot" id="151" name="Google Shape;151;p15"/>
          <p:cNvSpPr txBox="1"/>
          <p:nvPr>
            <p:ph idx="1" type="body"/>
          </p:nvPr>
        </p:nvSpPr>
        <p:spPr>
          <a:xfrm>
            <a:off x="1297500" y="941475"/>
            <a:ext cx="7038900" cy="6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s" sz="1800">
                <a:latin typeface="Montserrat"/>
                <a:ea typeface="Montserrat"/>
                <a:cs typeface="Montserrat"/>
                <a:sym typeface="Montserrat"/>
              </a:rPr>
              <a:t>Co se povedlo: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1297500" y="1399450"/>
            <a:ext cx="422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cs" sz="1300">
                <a:solidFill>
                  <a:schemeClr val="lt1"/>
                </a:solidFill>
              </a:rPr>
              <a:t>animace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cs" sz="1300">
                <a:solidFill>
                  <a:schemeClr val="lt1"/>
                </a:solidFill>
              </a:rPr>
              <a:t>úkoly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1297500" y="19844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 se nepovedlo: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1297500" y="2477050"/>
            <a:ext cx="422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cs" sz="1300">
                <a:solidFill>
                  <a:schemeClr val="lt1"/>
                </a:solidFill>
              </a:rPr>
              <a:t>character picker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cs" sz="1300">
                <a:solidFill>
                  <a:schemeClr val="lt1"/>
                </a:solidFill>
              </a:rPr>
              <a:t>adaptační kurz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297500" y="3162300"/>
            <a:ext cx="46152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Práce ve waterfall metodice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Změny?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Naše role</a:t>
            </a:r>
            <a:endParaRPr/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1574100" y="1347763"/>
            <a:ext cx="698700" cy="4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s" sz="1600">
                <a:latin typeface="Arial"/>
                <a:ea typeface="Arial"/>
                <a:cs typeface="Arial"/>
                <a:sym typeface="Arial"/>
              </a:rPr>
              <a:t>Andy 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4172550" y="1345675"/>
            <a:ext cx="91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chemeClr val="lt1"/>
                </a:solidFill>
              </a:rPr>
              <a:t>Anča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6885375" y="1345675"/>
            <a:ext cx="69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chemeClr val="lt1"/>
                </a:solidFill>
              </a:rPr>
              <a:t>Pepa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045050" y="4321150"/>
            <a:ext cx="175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chemeClr val="lt1"/>
                </a:solidFill>
              </a:rPr>
              <a:t>Programátor, manažer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3775950" y="4321150"/>
            <a:ext cx="146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chemeClr val="lt1"/>
                </a:solidFill>
              </a:rPr>
              <a:t>Artist, animace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484125" y="4321150"/>
            <a:ext cx="1501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chemeClr val="lt1"/>
                </a:solidFill>
              </a:rPr>
              <a:t>Hudba, bug-testing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67" name="Google Shape;167;p16" title="10000013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450" y="1717737"/>
            <a:ext cx="2392002" cy="23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10000013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2963" y="1774675"/>
            <a:ext cx="2363524" cy="236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8113810" y="3941917"/>
            <a:ext cx="343000" cy="349300"/>
          </a:xfrm>
          <a:custGeom>
            <a:rect b="b" l="l" r="r" t="t"/>
            <a:pathLst>
              <a:path extrusionOk="0" h="13972" w="13720">
                <a:moveTo>
                  <a:pt x="5290" y="5300"/>
                </a:moveTo>
                <a:cubicBezTo>
                  <a:pt x="5290" y="8206"/>
                  <a:pt x="3281" y="13972"/>
                  <a:pt x="6187" y="13972"/>
                </a:cubicBezTo>
                <a:cubicBezTo>
                  <a:pt x="9391" y="13972"/>
                  <a:pt x="7084" y="7607"/>
                  <a:pt x="7084" y="4403"/>
                </a:cubicBezTo>
                <a:cubicBezTo>
                  <a:pt x="7084" y="3289"/>
                  <a:pt x="7682" y="0"/>
                  <a:pt x="7682" y="1114"/>
                </a:cubicBezTo>
                <a:cubicBezTo>
                  <a:pt x="7682" y="3965"/>
                  <a:pt x="4380" y="5766"/>
                  <a:pt x="2599" y="7992"/>
                </a:cubicBezTo>
                <a:cubicBezTo>
                  <a:pt x="2025" y="8710"/>
                  <a:pt x="393" y="10907"/>
                  <a:pt x="804" y="10085"/>
                </a:cubicBezTo>
                <a:cubicBezTo>
                  <a:pt x="2255" y="7182"/>
                  <a:pt x="5088" y="613"/>
                  <a:pt x="7383" y="2908"/>
                </a:cubicBezTo>
                <a:cubicBezTo>
                  <a:pt x="8929" y="4454"/>
                  <a:pt x="4145" y="5847"/>
                  <a:pt x="2599" y="7393"/>
                </a:cubicBezTo>
                <a:cubicBezTo>
                  <a:pt x="1426" y="8566"/>
                  <a:pt x="6949" y="3207"/>
                  <a:pt x="5290" y="3207"/>
                </a:cubicBezTo>
                <a:cubicBezTo>
                  <a:pt x="3296" y="3207"/>
                  <a:pt x="-1489" y="6795"/>
                  <a:pt x="505" y="6795"/>
                </a:cubicBezTo>
                <a:cubicBezTo>
                  <a:pt x="2420" y="6795"/>
                  <a:pt x="6486" y="2011"/>
                  <a:pt x="4991" y="3207"/>
                </a:cubicBezTo>
                <a:cubicBezTo>
                  <a:pt x="4000" y="4000"/>
                  <a:pt x="1211" y="6551"/>
                  <a:pt x="2299" y="5898"/>
                </a:cubicBezTo>
                <a:cubicBezTo>
                  <a:pt x="4528" y="4561"/>
                  <a:pt x="10716" y="-126"/>
                  <a:pt x="8878" y="1712"/>
                </a:cubicBezTo>
                <a:cubicBezTo>
                  <a:pt x="6974" y="3616"/>
                  <a:pt x="8996" y="1378"/>
                  <a:pt x="4094" y="5300"/>
                </a:cubicBezTo>
                <a:cubicBezTo>
                  <a:pt x="3323" y="5917"/>
                  <a:pt x="1051" y="7664"/>
                  <a:pt x="2000" y="7393"/>
                </a:cubicBezTo>
                <a:cubicBezTo>
                  <a:pt x="3463" y="6975"/>
                  <a:pt x="4719" y="5975"/>
                  <a:pt x="5888" y="5001"/>
                </a:cubicBezTo>
                <a:cubicBezTo>
                  <a:pt x="7420" y="3725"/>
                  <a:pt x="473" y="6699"/>
                  <a:pt x="1103" y="8590"/>
                </a:cubicBezTo>
                <a:cubicBezTo>
                  <a:pt x="2401" y="12485"/>
                  <a:pt x="8340" y="4707"/>
                  <a:pt x="11869" y="2609"/>
                </a:cubicBezTo>
                <a:cubicBezTo>
                  <a:pt x="12444" y="2267"/>
                  <a:pt x="13721" y="1880"/>
                  <a:pt x="13065" y="2011"/>
                </a:cubicBezTo>
                <a:cubicBezTo>
                  <a:pt x="10179" y="2588"/>
                  <a:pt x="7797" y="4654"/>
                  <a:pt x="5290" y="6197"/>
                </a:cubicBezTo>
                <a:cubicBezTo>
                  <a:pt x="4721" y="6547"/>
                  <a:pt x="3525" y="7145"/>
                  <a:pt x="4094" y="6795"/>
                </a:cubicBezTo>
                <a:cubicBezTo>
                  <a:pt x="9312" y="3584"/>
                  <a:pt x="10972" y="3216"/>
                  <a:pt x="10972" y="2908"/>
                </a:cubicBezTo>
                <a:cubicBezTo>
                  <a:pt x="10972" y="583"/>
                  <a:pt x="2972" y="7649"/>
                  <a:pt x="4991" y="6496"/>
                </a:cubicBezTo>
                <a:cubicBezTo>
                  <a:pt x="6767" y="5481"/>
                  <a:pt x="11112" y="3537"/>
                  <a:pt x="9476" y="2310"/>
                </a:cubicBezTo>
                <a:cubicBezTo>
                  <a:pt x="7051" y="491"/>
                  <a:pt x="43" y="3786"/>
                  <a:pt x="1402" y="6496"/>
                </a:cubicBezTo>
                <a:cubicBezTo>
                  <a:pt x="3082" y="9844"/>
                  <a:pt x="15316" y="1712"/>
                  <a:pt x="11570" y="1712"/>
                </a:cubicBezTo>
                <a:cubicBezTo>
                  <a:pt x="8527" y="1712"/>
                  <a:pt x="6297" y="4763"/>
                  <a:pt x="3795" y="6496"/>
                </a:cubicBezTo>
                <a:cubicBezTo>
                  <a:pt x="2868" y="7138"/>
                  <a:pt x="365" y="9334"/>
                  <a:pt x="1402" y="8889"/>
                </a:cubicBezTo>
                <a:cubicBezTo>
                  <a:pt x="5442" y="7156"/>
                  <a:pt x="10137" y="5440"/>
                  <a:pt x="12467" y="1712"/>
                </a:cubicBezTo>
                <a:cubicBezTo>
                  <a:pt x="13438" y="158"/>
                  <a:pt x="8679" y="2509"/>
                  <a:pt x="7383" y="3805"/>
                </a:cubicBezTo>
              </a:path>
            </a:pathLst>
          </a:custGeom>
          <a:noFill/>
          <a:ln cap="flat" cmpd="sng" w="9525">
            <a:solidFill>
              <a:srgbClr val="1B212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0" name="Google Shape;170;p16"/>
          <p:cNvSpPr/>
          <p:nvPr/>
        </p:nvSpPr>
        <p:spPr>
          <a:xfrm>
            <a:off x="8228700" y="4099200"/>
            <a:ext cx="38425" cy="8075"/>
          </a:xfrm>
          <a:custGeom>
            <a:rect b="b" l="l" r="r" t="t"/>
            <a:pathLst>
              <a:path extrusionOk="0" h="323" w="1537">
                <a:moveTo>
                  <a:pt x="1537" y="0"/>
                </a:moveTo>
                <a:cubicBezTo>
                  <a:pt x="1040" y="165"/>
                  <a:pt x="521" y="271"/>
                  <a:pt x="0" y="323"/>
                </a:cubicBezTo>
              </a:path>
            </a:pathLst>
          </a:custGeom>
          <a:noFill/>
          <a:ln cap="flat" cmpd="sng" w="9525">
            <a:solidFill>
              <a:srgbClr val="1B212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1" name="Google Shape;171;p16"/>
          <p:cNvSpPr/>
          <p:nvPr/>
        </p:nvSpPr>
        <p:spPr>
          <a:xfrm>
            <a:off x="6860465" y="1926384"/>
            <a:ext cx="204700" cy="140575"/>
          </a:xfrm>
          <a:custGeom>
            <a:rect b="b" l="l" r="r" t="t"/>
            <a:pathLst>
              <a:path extrusionOk="0" h="5623" w="8188">
                <a:moveTo>
                  <a:pt x="3611" y="3356"/>
                </a:moveTo>
                <a:cubicBezTo>
                  <a:pt x="3337" y="3512"/>
                  <a:pt x="3332" y="2777"/>
                  <a:pt x="3109" y="2554"/>
                </a:cubicBezTo>
                <a:cubicBezTo>
                  <a:pt x="2358" y="1803"/>
                  <a:pt x="-34" y="3051"/>
                  <a:pt x="302" y="4058"/>
                </a:cubicBezTo>
                <a:cubicBezTo>
                  <a:pt x="525" y="4724"/>
                  <a:pt x="2835" y="3471"/>
                  <a:pt x="2207" y="3156"/>
                </a:cubicBezTo>
                <a:cubicBezTo>
                  <a:pt x="1658" y="2881"/>
                  <a:pt x="-109" y="3912"/>
                  <a:pt x="503" y="3857"/>
                </a:cubicBezTo>
                <a:cubicBezTo>
                  <a:pt x="1172" y="3796"/>
                  <a:pt x="3224" y="2932"/>
                  <a:pt x="3210" y="2955"/>
                </a:cubicBezTo>
                <a:cubicBezTo>
                  <a:pt x="2704" y="3798"/>
                  <a:pt x="-151" y="4897"/>
                  <a:pt x="803" y="4659"/>
                </a:cubicBezTo>
                <a:cubicBezTo>
                  <a:pt x="3254" y="4047"/>
                  <a:pt x="7621" y="3877"/>
                  <a:pt x="7621" y="1351"/>
                </a:cubicBezTo>
                <a:cubicBezTo>
                  <a:pt x="7621" y="1068"/>
                  <a:pt x="1226" y="5380"/>
                  <a:pt x="1505" y="5261"/>
                </a:cubicBezTo>
                <a:cubicBezTo>
                  <a:pt x="2949" y="4642"/>
                  <a:pt x="7033" y="2277"/>
                  <a:pt x="5616" y="2955"/>
                </a:cubicBezTo>
                <a:cubicBezTo>
                  <a:pt x="3754" y="3846"/>
                  <a:pt x="3605" y="3653"/>
                  <a:pt x="2007" y="4960"/>
                </a:cubicBezTo>
                <a:cubicBezTo>
                  <a:pt x="1301" y="5538"/>
                  <a:pt x="5105" y="4251"/>
                  <a:pt x="4413" y="3657"/>
                </a:cubicBezTo>
                <a:cubicBezTo>
                  <a:pt x="3843" y="3168"/>
                  <a:pt x="1934" y="5111"/>
                  <a:pt x="2307" y="4459"/>
                </a:cubicBezTo>
                <a:cubicBezTo>
                  <a:pt x="2741" y="3700"/>
                  <a:pt x="5404" y="1897"/>
                  <a:pt x="5315" y="1852"/>
                </a:cubicBezTo>
                <a:cubicBezTo>
                  <a:pt x="4136" y="1262"/>
                  <a:pt x="1443" y="2623"/>
                  <a:pt x="1906" y="3857"/>
                </a:cubicBezTo>
                <a:cubicBezTo>
                  <a:pt x="2480" y="5385"/>
                  <a:pt x="7908" y="1285"/>
                  <a:pt x="6418" y="1952"/>
                </a:cubicBezTo>
                <a:cubicBezTo>
                  <a:pt x="4630" y="2752"/>
                  <a:pt x="-716" y="4276"/>
                  <a:pt x="1204" y="4659"/>
                </a:cubicBezTo>
                <a:cubicBezTo>
                  <a:pt x="2050" y="4828"/>
                  <a:pt x="2574" y="3605"/>
                  <a:pt x="3310" y="3156"/>
                </a:cubicBezTo>
                <a:cubicBezTo>
                  <a:pt x="4224" y="2599"/>
                  <a:pt x="6879" y="1018"/>
                  <a:pt x="5817" y="1150"/>
                </a:cubicBezTo>
                <a:cubicBezTo>
                  <a:pt x="4138" y="1359"/>
                  <a:pt x="1075" y="1998"/>
                  <a:pt x="1405" y="3657"/>
                </a:cubicBezTo>
                <a:cubicBezTo>
                  <a:pt x="1663" y="4950"/>
                  <a:pt x="6122" y="1489"/>
                  <a:pt x="4814" y="1652"/>
                </a:cubicBezTo>
                <a:cubicBezTo>
                  <a:pt x="3119" y="1863"/>
                  <a:pt x="-1286" y="3998"/>
                  <a:pt x="402" y="4258"/>
                </a:cubicBezTo>
                <a:cubicBezTo>
                  <a:pt x="1886" y="4487"/>
                  <a:pt x="3427" y="3576"/>
                  <a:pt x="4613" y="2654"/>
                </a:cubicBezTo>
                <a:cubicBezTo>
                  <a:pt x="5392" y="2048"/>
                  <a:pt x="1566" y="3175"/>
                  <a:pt x="2007" y="4058"/>
                </a:cubicBezTo>
                <a:cubicBezTo>
                  <a:pt x="3048" y="6140"/>
                  <a:pt x="9970" y="-554"/>
                  <a:pt x="7722" y="47"/>
                </a:cubicBezTo>
                <a:cubicBezTo>
                  <a:pt x="5595" y="615"/>
                  <a:pt x="-164" y="3718"/>
                  <a:pt x="2007" y="3356"/>
                </a:cubicBezTo>
                <a:cubicBezTo>
                  <a:pt x="3525" y="3103"/>
                  <a:pt x="7620" y="1584"/>
                  <a:pt x="6117" y="1251"/>
                </a:cubicBezTo>
                <a:cubicBezTo>
                  <a:pt x="4822" y="964"/>
                  <a:pt x="1882" y="4362"/>
                  <a:pt x="3109" y="3857"/>
                </a:cubicBezTo>
                <a:cubicBezTo>
                  <a:pt x="3491" y="3700"/>
                  <a:pt x="1503" y="4068"/>
                  <a:pt x="1906" y="4158"/>
                </a:cubicBezTo>
                <a:cubicBezTo>
                  <a:pt x="3324" y="4474"/>
                  <a:pt x="6375" y="3833"/>
                  <a:pt x="5917" y="2454"/>
                </a:cubicBezTo>
                <a:cubicBezTo>
                  <a:pt x="5492" y="1176"/>
                  <a:pt x="1454" y="5410"/>
                  <a:pt x="2408" y="4459"/>
                </a:cubicBezTo>
                <a:cubicBezTo>
                  <a:pt x="2978" y="3891"/>
                  <a:pt x="4285" y="3656"/>
                  <a:pt x="4212" y="2855"/>
                </a:cubicBezTo>
                <a:cubicBezTo>
                  <a:pt x="4172" y="2409"/>
                  <a:pt x="2573" y="3353"/>
                  <a:pt x="3009" y="3456"/>
                </a:cubicBezTo>
                <a:cubicBezTo>
                  <a:pt x="3650" y="3607"/>
                  <a:pt x="5467" y="2736"/>
                  <a:pt x="4814" y="2654"/>
                </a:cubicBezTo>
                <a:cubicBezTo>
                  <a:pt x="4028" y="2555"/>
                  <a:pt x="1920" y="3844"/>
                  <a:pt x="2708" y="3757"/>
                </a:cubicBezTo>
                <a:cubicBezTo>
                  <a:pt x="4405" y="3569"/>
                  <a:pt x="8261" y="918"/>
                  <a:pt x="6619" y="448"/>
                </a:cubicBezTo>
                <a:cubicBezTo>
                  <a:pt x="4812" y="-69"/>
                  <a:pt x="347" y="4224"/>
                  <a:pt x="2207" y="3958"/>
                </a:cubicBezTo>
                <a:cubicBezTo>
                  <a:pt x="3703" y="3744"/>
                  <a:pt x="5482" y="2799"/>
                  <a:pt x="5917" y="1351"/>
                </a:cubicBezTo>
                <a:cubicBezTo>
                  <a:pt x="6421" y="-327"/>
                  <a:pt x="2475" y="2838"/>
                  <a:pt x="1605" y="4359"/>
                </a:cubicBezTo>
                <a:cubicBezTo>
                  <a:pt x="1002" y="5414"/>
                  <a:pt x="5389" y="3465"/>
                  <a:pt x="4714" y="2454"/>
                </a:cubicBezTo>
                <a:cubicBezTo>
                  <a:pt x="4032" y="1431"/>
                  <a:pt x="820" y="5283"/>
                  <a:pt x="2007" y="4960"/>
                </a:cubicBezTo>
                <a:cubicBezTo>
                  <a:pt x="2944" y="4705"/>
                  <a:pt x="3849" y="1545"/>
                  <a:pt x="3310" y="2353"/>
                </a:cubicBezTo>
                <a:cubicBezTo>
                  <a:pt x="2745" y="3200"/>
                  <a:pt x="1681" y="6086"/>
                  <a:pt x="2107" y="5161"/>
                </a:cubicBezTo>
                <a:cubicBezTo>
                  <a:pt x="2405" y="4514"/>
                  <a:pt x="3806" y="2015"/>
                  <a:pt x="3510" y="2353"/>
                </a:cubicBezTo>
                <a:cubicBezTo>
                  <a:pt x="2887" y="3065"/>
                  <a:pt x="1416" y="5498"/>
                  <a:pt x="2007" y="4760"/>
                </a:cubicBezTo>
                <a:cubicBezTo>
                  <a:pt x="2131" y="4604"/>
                  <a:pt x="3670" y="2270"/>
                  <a:pt x="3611" y="2153"/>
                </a:cubicBezTo>
                <a:cubicBezTo>
                  <a:pt x="3304" y="1540"/>
                  <a:pt x="1722" y="4142"/>
                  <a:pt x="2207" y="3657"/>
                </a:cubicBezTo>
                <a:cubicBezTo>
                  <a:pt x="3016" y="2849"/>
                  <a:pt x="5163" y="186"/>
                  <a:pt x="4313" y="950"/>
                </a:cubicBezTo>
                <a:cubicBezTo>
                  <a:pt x="3230" y="1924"/>
                  <a:pt x="494" y="5268"/>
                  <a:pt x="1706" y="4459"/>
                </a:cubicBezTo>
                <a:cubicBezTo>
                  <a:pt x="2789" y="3736"/>
                  <a:pt x="4313" y="2853"/>
                  <a:pt x="4313" y="1551"/>
                </a:cubicBezTo>
                <a:cubicBezTo>
                  <a:pt x="4313" y="909"/>
                  <a:pt x="2295" y="2369"/>
                  <a:pt x="2809" y="2754"/>
                </a:cubicBezTo>
                <a:cubicBezTo>
                  <a:pt x="3328" y="3143"/>
                  <a:pt x="4782" y="1119"/>
                  <a:pt x="4413" y="1652"/>
                </a:cubicBezTo>
                <a:cubicBezTo>
                  <a:pt x="4114" y="2084"/>
                  <a:pt x="1866" y="4860"/>
                  <a:pt x="1906" y="4960"/>
                </a:cubicBezTo>
                <a:cubicBezTo>
                  <a:pt x="2337" y="6035"/>
                  <a:pt x="5489" y="2125"/>
                  <a:pt x="4413" y="2554"/>
                </a:cubicBezTo>
                <a:cubicBezTo>
                  <a:pt x="3753" y="2817"/>
                  <a:pt x="2254" y="4402"/>
                  <a:pt x="2809" y="3958"/>
                </a:cubicBezTo>
                <a:cubicBezTo>
                  <a:pt x="3310" y="3557"/>
                  <a:pt x="4654" y="2454"/>
                  <a:pt x="4012" y="2454"/>
                </a:cubicBezTo>
              </a:path>
            </a:pathLst>
          </a:custGeom>
          <a:noFill/>
          <a:ln cap="flat" cmpd="sng" w="9525">
            <a:solidFill>
              <a:srgbClr val="1B212C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72" name="Google Shape;17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3851" y="1709025"/>
            <a:ext cx="2409400" cy="24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Plány do budoucna</a:t>
            </a:r>
            <a:endParaRPr/>
          </a:p>
        </p:txBody>
      </p:sp>
      <p:sp>
        <p:nvSpPr>
          <p:cNvPr id="178" name="Google Shape;178;p17"/>
          <p:cNvSpPr txBox="1"/>
          <p:nvPr>
            <p:ph idx="1" type="body"/>
          </p:nvPr>
        </p:nvSpPr>
        <p:spPr>
          <a:xfrm>
            <a:off x="1297500" y="13656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další ročníky + maturita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více eventů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více úkolů/hodin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přidání npc + interakce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rozšíření mapy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875" y="1365675"/>
            <a:ext cx="2513125" cy="25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Ukázka naší hry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809175" y="142305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Děkujeme za pozornost </a:t>
            </a:r>
            <a:endParaRPr/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875" y="2404838"/>
            <a:ext cx="2606275" cy="25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